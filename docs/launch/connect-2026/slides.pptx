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microsoft.com/office/2007/relationships/media" Target="../media/media1.mp4"/><Relationship Id="rId4" Type="http://schemas.openxmlformats.org/officeDocument/2006/relationships/video" Target="../media/media1.mp4"/><Relationship Id="rId5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microsoft.com/office/2007/relationships/media" Target="../media/media2.mp4"/><Relationship Id="rId4" Type="http://schemas.openxmlformats.org/officeDocument/2006/relationships/video" Target="../media/media2.mp4"/><Relationship Id="rId5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microsoft.com/office/2007/relationships/media" Target="../media/media3.mp4"/><Relationship Id="rId4" Type="http://schemas.openxmlformats.org/officeDocument/2006/relationships/video" Target="../media/media3.mp4"/><Relationship Id="rId5" Type="http://schemas.openxmlformats.org/officeDocument/2006/relationships/image" Target="../media/image1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aseline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341120" y="754380"/>
            <a:ext cx="9509760" cy="53492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quiggle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032000" y="1139825"/>
            <a:ext cx="8128000" cy="4572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otto-weft-demo-cut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341120" y="754380"/>
            <a:ext cx="9509760" cy="53492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