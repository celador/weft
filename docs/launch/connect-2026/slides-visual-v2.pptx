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media" Target="../media/media1.mp4"/><Relationship Id="rId4" Type="http://schemas.openxmlformats.org/officeDocument/2006/relationships/video" Target="../media/media1.mp4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2.mp4"/><Relationship Id="rId4" Type="http://schemas.openxmlformats.org/officeDocument/2006/relationships/video" Target="../media/media2.mp4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p-slide6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609600" y="342900"/>
            <a:ext cx="10972800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p-slide7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609600" y="342900"/>
            <a:ext cx="10972800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