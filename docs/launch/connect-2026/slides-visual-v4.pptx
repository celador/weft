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selin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41120" y="754380"/>
            <a:ext cx="9509760" cy="5349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quigg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32000" y="1139825"/>
            <a:ext cx="8128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